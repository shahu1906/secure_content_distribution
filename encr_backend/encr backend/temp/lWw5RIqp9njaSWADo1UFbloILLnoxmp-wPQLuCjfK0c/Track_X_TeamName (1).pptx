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y Grotesk Grand Bold" charset="1" panose="00000807000000000000"/>
      <p:regular r:id="rId12"/>
    </p:embeddedFont>
    <p:embeddedFont>
      <p:font typeface="Cy Grotesk Grand" charset="1" panose="00000507000000000000"/>
      <p:regular r:id="rId13"/>
    </p:embeddedFont>
    <p:embeddedFont>
      <p:font typeface="Telegraf Bold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401" y="6467736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290316" y="-234532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42013" y="-550882"/>
            <a:ext cx="3450594" cy="1101764"/>
          </a:xfrm>
          <a:custGeom>
            <a:avLst/>
            <a:gdLst/>
            <a:ahLst/>
            <a:cxnLst/>
            <a:rect r="r" b="b" t="t" l="l"/>
            <a:pathLst>
              <a:path h="1101764" w="345059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691011" y="-203628"/>
            <a:ext cx="3086100" cy="407256"/>
            <a:chOff x="0" y="0"/>
            <a:chExt cx="812800" cy="1072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7261"/>
            </a:xfrm>
            <a:custGeom>
              <a:avLst/>
              <a:gdLst/>
              <a:ahLst/>
              <a:cxnLst/>
              <a:rect r="r" b="b" t="t" l="l"/>
              <a:pathLst>
                <a:path h="10726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9401" y="9537563"/>
            <a:ext cx="18638271" cy="1166886"/>
            <a:chOff x="0" y="0"/>
            <a:chExt cx="4908845" cy="3073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08845" cy="307328"/>
            </a:xfrm>
            <a:custGeom>
              <a:avLst/>
              <a:gdLst/>
              <a:ahLst/>
              <a:cxnLst/>
              <a:rect r="r" b="b" t="t" l="l"/>
              <a:pathLst>
                <a:path h="307328" w="4908845">
                  <a:moveTo>
                    <a:pt x="0" y="0"/>
                  </a:moveTo>
                  <a:lnTo>
                    <a:pt x="4908845" y="0"/>
                  </a:lnTo>
                  <a:lnTo>
                    <a:pt x="4908845" y="307328"/>
                  </a:lnTo>
                  <a:lnTo>
                    <a:pt x="0" y="307328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4908845" cy="374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8065" y="6137"/>
            <a:ext cx="2399985" cy="2585551"/>
          </a:xfrm>
          <a:custGeom>
            <a:avLst/>
            <a:gdLst/>
            <a:ahLst/>
            <a:cxnLst/>
            <a:rect r="r" b="b" t="t" l="l"/>
            <a:pathLst>
              <a:path h="2585551" w="2399985">
                <a:moveTo>
                  <a:pt x="0" y="0"/>
                </a:moveTo>
                <a:lnTo>
                  <a:pt x="2399985" y="0"/>
                </a:lnTo>
                <a:lnTo>
                  <a:pt x="2399985" y="2585551"/>
                </a:lnTo>
                <a:lnTo>
                  <a:pt x="0" y="2585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18050" y="857250"/>
            <a:ext cx="13451900" cy="154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48"/>
              </a:lnSpc>
            </a:pPr>
            <a:r>
              <a:rPr lang="en-US" b="true" sz="9106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HACKSPIRATION 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89598" y="2423977"/>
            <a:ext cx="7200718" cy="1686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6"/>
              </a:lnSpc>
            </a:pPr>
            <a:r>
              <a:rPr lang="en-US" sz="4840">
                <a:solidFill>
                  <a:srgbClr val="1487B8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TITLE PAGE</a:t>
            </a:r>
          </a:p>
          <a:p>
            <a:pPr algn="ctr">
              <a:lnSpc>
                <a:spcPts val="6776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234166" y="4844215"/>
            <a:ext cx="6303312" cy="198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sz="2836">
                <a:solidFill>
                  <a:srgbClr val="1487B8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•</a:t>
            </a:r>
            <a:r>
              <a:rPr lang="en-US" sz="2836">
                <a:solidFill>
                  <a:srgbClr val="1487B8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Problem Statement </a:t>
            </a:r>
            <a:r>
              <a:rPr lang="en-US" sz="2836">
                <a:solidFill>
                  <a:srgbClr val="1487B8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Title-</a:t>
            </a:r>
          </a:p>
          <a:p>
            <a:pPr algn="l">
              <a:lnSpc>
                <a:spcPts val="3970"/>
              </a:lnSpc>
            </a:pPr>
            <a:r>
              <a:rPr lang="en-US" sz="2836">
                <a:solidFill>
                  <a:srgbClr val="1487B8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•Team Leader Name -</a:t>
            </a:r>
          </a:p>
          <a:p>
            <a:pPr algn="l">
              <a:lnSpc>
                <a:spcPts val="3970"/>
              </a:lnSpc>
            </a:pPr>
            <a:r>
              <a:rPr lang="en-US" sz="2836">
                <a:solidFill>
                  <a:srgbClr val="1487B8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•Team Name - </a:t>
            </a:r>
          </a:p>
          <a:p>
            <a:pPr algn="l">
              <a:lnSpc>
                <a:spcPts val="397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317828" y="9565130"/>
            <a:ext cx="1743815" cy="55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  <a:spcBef>
                <a:spcPct val="0"/>
              </a:spcBef>
            </a:pPr>
            <a:r>
              <a:rPr lang="en-US" sz="3240">
                <a:solidFill>
                  <a:srgbClr val="E9E9E9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MLSC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401" y="6467736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290316" y="-234532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42013" y="-550882"/>
            <a:ext cx="3450594" cy="1101764"/>
          </a:xfrm>
          <a:custGeom>
            <a:avLst/>
            <a:gdLst/>
            <a:ahLst/>
            <a:cxnLst/>
            <a:rect r="r" b="b" t="t" l="l"/>
            <a:pathLst>
              <a:path h="1101764" w="345059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18050" y="420770"/>
            <a:ext cx="13451900" cy="102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b="true" sz="6006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TITLE &amp; VISION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691011" y="-203628"/>
            <a:ext cx="3086100" cy="407256"/>
            <a:chOff x="0" y="0"/>
            <a:chExt cx="812800" cy="1072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07261"/>
            </a:xfrm>
            <a:custGeom>
              <a:avLst/>
              <a:gdLst/>
              <a:ahLst/>
              <a:cxnLst/>
              <a:rect r="r" b="b" t="t" l="l"/>
              <a:pathLst>
                <a:path h="10726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317828" y="9565130"/>
            <a:ext cx="1743815" cy="55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  <a:spcBef>
                <a:spcPct val="0"/>
              </a:spcBef>
            </a:pPr>
            <a:r>
              <a:rPr lang="en-US" sz="3240">
                <a:solidFill>
                  <a:srgbClr val="E9E9E9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MLSC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451520" y="8882348"/>
            <a:ext cx="1057105" cy="1560999"/>
            <a:chOff x="0" y="0"/>
            <a:chExt cx="278414" cy="4111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8414" cy="411127"/>
            </a:xfrm>
            <a:custGeom>
              <a:avLst/>
              <a:gdLst/>
              <a:ahLst/>
              <a:cxnLst/>
              <a:rect r="r" b="b" t="t" l="l"/>
              <a:pathLst>
                <a:path h="411127" w="278414">
                  <a:moveTo>
                    <a:pt x="0" y="0"/>
                  </a:moveTo>
                  <a:lnTo>
                    <a:pt x="278414" y="0"/>
                  </a:lnTo>
                  <a:lnTo>
                    <a:pt x="278414" y="411127"/>
                  </a:lnTo>
                  <a:lnTo>
                    <a:pt x="0" y="411127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78414" cy="477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51520" y="9292670"/>
            <a:ext cx="1057105" cy="47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E9E9E9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8065" y="6137"/>
            <a:ext cx="2399985" cy="2585551"/>
          </a:xfrm>
          <a:custGeom>
            <a:avLst/>
            <a:gdLst/>
            <a:ahLst/>
            <a:cxnLst/>
            <a:rect r="r" b="b" t="t" l="l"/>
            <a:pathLst>
              <a:path h="2585551" w="2399985">
                <a:moveTo>
                  <a:pt x="0" y="0"/>
                </a:moveTo>
                <a:lnTo>
                  <a:pt x="2399985" y="0"/>
                </a:lnTo>
                <a:lnTo>
                  <a:pt x="2399985" y="2585551"/>
                </a:lnTo>
                <a:lnTo>
                  <a:pt x="0" y="2585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401" y="6467736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290316" y="-234532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42013" y="-550882"/>
            <a:ext cx="3450594" cy="1101764"/>
          </a:xfrm>
          <a:custGeom>
            <a:avLst/>
            <a:gdLst/>
            <a:ahLst/>
            <a:cxnLst/>
            <a:rect r="r" b="b" t="t" l="l"/>
            <a:pathLst>
              <a:path h="1101764" w="345059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64700" y="420770"/>
            <a:ext cx="18417401" cy="102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b="true" sz="6006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PROBLEM &amp; ALGORAND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691011" y="-203628"/>
            <a:ext cx="3086100" cy="407256"/>
            <a:chOff x="0" y="0"/>
            <a:chExt cx="812800" cy="1072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07261"/>
            </a:xfrm>
            <a:custGeom>
              <a:avLst/>
              <a:gdLst/>
              <a:ahLst/>
              <a:cxnLst/>
              <a:rect r="r" b="b" t="t" l="l"/>
              <a:pathLst>
                <a:path h="10726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317828" y="9565130"/>
            <a:ext cx="1743815" cy="55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  <a:spcBef>
                <a:spcPct val="0"/>
              </a:spcBef>
            </a:pPr>
            <a:r>
              <a:rPr lang="en-US" sz="3240">
                <a:solidFill>
                  <a:srgbClr val="E9E9E9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MLSC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451520" y="8882348"/>
            <a:ext cx="1057105" cy="1560999"/>
            <a:chOff x="0" y="0"/>
            <a:chExt cx="278414" cy="4111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8414" cy="411127"/>
            </a:xfrm>
            <a:custGeom>
              <a:avLst/>
              <a:gdLst/>
              <a:ahLst/>
              <a:cxnLst/>
              <a:rect r="r" b="b" t="t" l="l"/>
              <a:pathLst>
                <a:path h="411127" w="278414">
                  <a:moveTo>
                    <a:pt x="0" y="0"/>
                  </a:moveTo>
                  <a:lnTo>
                    <a:pt x="278414" y="0"/>
                  </a:lnTo>
                  <a:lnTo>
                    <a:pt x="278414" y="411127"/>
                  </a:lnTo>
                  <a:lnTo>
                    <a:pt x="0" y="411127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78414" cy="477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51520" y="9292670"/>
            <a:ext cx="1057105" cy="47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E9E9E9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8065" y="6137"/>
            <a:ext cx="2399985" cy="2585551"/>
          </a:xfrm>
          <a:custGeom>
            <a:avLst/>
            <a:gdLst/>
            <a:ahLst/>
            <a:cxnLst/>
            <a:rect r="r" b="b" t="t" l="l"/>
            <a:pathLst>
              <a:path h="2585551" w="2399985">
                <a:moveTo>
                  <a:pt x="0" y="0"/>
                </a:moveTo>
                <a:lnTo>
                  <a:pt x="2399985" y="0"/>
                </a:lnTo>
                <a:lnTo>
                  <a:pt x="2399985" y="2585551"/>
                </a:lnTo>
                <a:lnTo>
                  <a:pt x="0" y="2585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401" y="6467736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290316" y="-234532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42013" y="-550882"/>
            <a:ext cx="3450594" cy="1101764"/>
          </a:xfrm>
          <a:custGeom>
            <a:avLst/>
            <a:gdLst/>
            <a:ahLst/>
            <a:cxnLst/>
            <a:rect r="r" b="b" t="t" l="l"/>
            <a:pathLst>
              <a:path h="1101764" w="345059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5385" y="496353"/>
            <a:ext cx="17388701" cy="2095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b="true" sz="6006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SOLUTION &amp;</a:t>
            </a:r>
          </a:p>
          <a:p>
            <a:pPr algn="ctr">
              <a:lnSpc>
                <a:spcPts val="8409"/>
              </a:lnSpc>
            </a:pPr>
            <a:r>
              <a:rPr lang="en-US" b="true" sz="6006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 ARCHITECTURE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691011" y="-203628"/>
            <a:ext cx="3086100" cy="407256"/>
            <a:chOff x="0" y="0"/>
            <a:chExt cx="812800" cy="1072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07261"/>
            </a:xfrm>
            <a:custGeom>
              <a:avLst/>
              <a:gdLst/>
              <a:ahLst/>
              <a:cxnLst/>
              <a:rect r="r" b="b" t="t" l="l"/>
              <a:pathLst>
                <a:path h="10726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317828" y="9565130"/>
            <a:ext cx="1743815" cy="55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  <a:spcBef>
                <a:spcPct val="0"/>
              </a:spcBef>
            </a:pPr>
            <a:r>
              <a:rPr lang="en-US" sz="3240">
                <a:solidFill>
                  <a:srgbClr val="E9E9E9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MLSC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451520" y="8882348"/>
            <a:ext cx="1057105" cy="1560999"/>
            <a:chOff x="0" y="0"/>
            <a:chExt cx="278414" cy="4111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8414" cy="411127"/>
            </a:xfrm>
            <a:custGeom>
              <a:avLst/>
              <a:gdLst/>
              <a:ahLst/>
              <a:cxnLst/>
              <a:rect r="r" b="b" t="t" l="l"/>
              <a:pathLst>
                <a:path h="411127" w="278414">
                  <a:moveTo>
                    <a:pt x="0" y="0"/>
                  </a:moveTo>
                  <a:lnTo>
                    <a:pt x="278414" y="0"/>
                  </a:lnTo>
                  <a:lnTo>
                    <a:pt x="278414" y="411127"/>
                  </a:lnTo>
                  <a:lnTo>
                    <a:pt x="0" y="411127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78414" cy="477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51520" y="9292670"/>
            <a:ext cx="1057105" cy="47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E9E9E9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8065" y="6137"/>
            <a:ext cx="2399985" cy="2585551"/>
          </a:xfrm>
          <a:custGeom>
            <a:avLst/>
            <a:gdLst/>
            <a:ahLst/>
            <a:cxnLst/>
            <a:rect r="r" b="b" t="t" l="l"/>
            <a:pathLst>
              <a:path h="2585551" w="2399985">
                <a:moveTo>
                  <a:pt x="0" y="0"/>
                </a:moveTo>
                <a:lnTo>
                  <a:pt x="2399985" y="0"/>
                </a:lnTo>
                <a:lnTo>
                  <a:pt x="2399985" y="2585551"/>
                </a:lnTo>
                <a:lnTo>
                  <a:pt x="0" y="2585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401" y="6467736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290316" y="-234532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42013" y="-550882"/>
            <a:ext cx="3450594" cy="1101764"/>
          </a:xfrm>
          <a:custGeom>
            <a:avLst/>
            <a:gdLst/>
            <a:ahLst/>
            <a:cxnLst/>
            <a:rect r="r" b="b" t="t" l="l"/>
            <a:pathLst>
              <a:path h="1101764" w="345059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9650" y="420770"/>
            <a:ext cx="17388701" cy="102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b="true" sz="6006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TECH STACK &amp; DEMO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691011" y="-203628"/>
            <a:ext cx="3086100" cy="407256"/>
            <a:chOff x="0" y="0"/>
            <a:chExt cx="812800" cy="1072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07261"/>
            </a:xfrm>
            <a:custGeom>
              <a:avLst/>
              <a:gdLst/>
              <a:ahLst/>
              <a:cxnLst/>
              <a:rect r="r" b="b" t="t" l="l"/>
              <a:pathLst>
                <a:path h="10726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317828" y="9565130"/>
            <a:ext cx="1743815" cy="55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  <a:spcBef>
                <a:spcPct val="0"/>
              </a:spcBef>
            </a:pPr>
            <a:r>
              <a:rPr lang="en-US" sz="3240">
                <a:solidFill>
                  <a:srgbClr val="E9E9E9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MLSC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451520" y="8882348"/>
            <a:ext cx="1057105" cy="1560999"/>
            <a:chOff x="0" y="0"/>
            <a:chExt cx="278414" cy="4111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8414" cy="411127"/>
            </a:xfrm>
            <a:custGeom>
              <a:avLst/>
              <a:gdLst/>
              <a:ahLst/>
              <a:cxnLst/>
              <a:rect r="r" b="b" t="t" l="l"/>
              <a:pathLst>
                <a:path h="411127" w="278414">
                  <a:moveTo>
                    <a:pt x="0" y="0"/>
                  </a:moveTo>
                  <a:lnTo>
                    <a:pt x="278414" y="0"/>
                  </a:lnTo>
                  <a:lnTo>
                    <a:pt x="278414" y="411127"/>
                  </a:lnTo>
                  <a:lnTo>
                    <a:pt x="0" y="411127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78414" cy="477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51520" y="9292670"/>
            <a:ext cx="1057105" cy="47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E9E9E9"/>
                </a:solidFill>
                <a:latin typeface="Telegraf Bold"/>
                <a:ea typeface="Telegraf Bold"/>
                <a:cs typeface="Telegraf Bold"/>
                <a:sym typeface="Telegraf Bold"/>
              </a:rPr>
              <a:t>05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8065" y="6137"/>
            <a:ext cx="2399985" cy="2585551"/>
          </a:xfrm>
          <a:custGeom>
            <a:avLst/>
            <a:gdLst/>
            <a:ahLst/>
            <a:cxnLst/>
            <a:rect r="r" b="b" t="t" l="l"/>
            <a:pathLst>
              <a:path h="2585551" w="2399985">
                <a:moveTo>
                  <a:pt x="0" y="0"/>
                </a:moveTo>
                <a:lnTo>
                  <a:pt x="2399985" y="0"/>
                </a:lnTo>
                <a:lnTo>
                  <a:pt x="2399985" y="2585551"/>
                </a:lnTo>
                <a:lnTo>
                  <a:pt x="0" y="2585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401" y="6467736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290316" y="-234532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42013" y="-550882"/>
            <a:ext cx="3450594" cy="1101764"/>
          </a:xfrm>
          <a:custGeom>
            <a:avLst/>
            <a:gdLst/>
            <a:ahLst/>
            <a:cxnLst/>
            <a:rect r="r" b="b" t="t" l="l"/>
            <a:pathLst>
              <a:path h="1101764" w="345059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52927" y="457282"/>
            <a:ext cx="13998593" cy="102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b="true" sz="6006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IMPACT &amp; FUTURE SCOPE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691011" y="-203628"/>
            <a:ext cx="3086100" cy="407256"/>
            <a:chOff x="0" y="0"/>
            <a:chExt cx="812800" cy="1072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07261"/>
            </a:xfrm>
            <a:custGeom>
              <a:avLst/>
              <a:gdLst/>
              <a:ahLst/>
              <a:cxnLst/>
              <a:rect r="r" b="b" t="t" l="l"/>
              <a:pathLst>
                <a:path h="10726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317828" y="9565130"/>
            <a:ext cx="1743815" cy="55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  <a:spcBef>
                <a:spcPct val="0"/>
              </a:spcBef>
            </a:pPr>
            <a:r>
              <a:rPr lang="en-US" sz="3240">
                <a:solidFill>
                  <a:srgbClr val="E9E9E9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MLSC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451520" y="8882348"/>
            <a:ext cx="1057105" cy="1560999"/>
            <a:chOff x="0" y="0"/>
            <a:chExt cx="278414" cy="4111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8414" cy="411127"/>
            </a:xfrm>
            <a:custGeom>
              <a:avLst/>
              <a:gdLst/>
              <a:ahLst/>
              <a:cxnLst/>
              <a:rect r="r" b="b" t="t" l="l"/>
              <a:pathLst>
                <a:path h="411127" w="278414">
                  <a:moveTo>
                    <a:pt x="0" y="0"/>
                  </a:moveTo>
                  <a:lnTo>
                    <a:pt x="278414" y="0"/>
                  </a:lnTo>
                  <a:lnTo>
                    <a:pt x="278414" y="411127"/>
                  </a:lnTo>
                  <a:lnTo>
                    <a:pt x="0" y="411127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78414" cy="477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51520" y="9292670"/>
            <a:ext cx="1057105" cy="47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E9E9E9"/>
                </a:solidFill>
                <a:latin typeface="Telegraf Bold"/>
                <a:ea typeface="Telegraf Bold"/>
                <a:cs typeface="Telegraf Bold"/>
                <a:sym typeface="Telegraf Bold"/>
              </a:rPr>
              <a:t>06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8065" y="6137"/>
            <a:ext cx="2399985" cy="2585551"/>
          </a:xfrm>
          <a:custGeom>
            <a:avLst/>
            <a:gdLst/>
            <a:ahLst/>
            <a:cxnLst/>
            <a:rect r="r" b="b" t="t" l="l"/>
            <a:pathLst>
              <a:path h="2585551" w="2399985">
                <a:moveTo>
                  <a:pt x="0" y="0"/>
                </a:moveTo>
                <a:lnTo>
                  <a:pt x="2399985" y="0"/>
                </a:lnTo>
                <a:lnTo>
                  <a:pt x="2399985" y="2585551"/>
                </a:lnTo>
                <a:lnTo>
                  <a:pt x="0" y="2585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DAHAE9wAdxA</dc:identifier>
  <dcterms:modified xsi:type="dcterms:W3CDTF">2011-08-01T06:04:30Z</dcterms:modified>
  <cp:revision>1</cp:revision>
  <dc:title>Blue White Minimalist Professional Project Presentation</dc:title>
</cp:coreProperties>
</file>