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6116" y="247650"/>
            <a:ext cx="1763213" cy="1778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8745" y="249491"/>
            <a:ext cx="10430509" cy="1530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1605" y="3417252"/>
            <a:ext cx="15507969" cy="3211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hZdtjAiEIL90T_qnfr3kyXPDsdnsff3i?usp=shar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hZdtjAiEIL90T_qnfr3kyXPDsdnsff3i?usp=sharing" TargetMode="External"/><Relationship Id="rId2" Type="http://schemas.openxmlformats.org/officeDocument/2006/relationships/hyperlink" Target="https://github.com/Shahu1906/Secure_Content_Distribution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647" y="247650"/>
            <a:ext cx="2403538" cy="24246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52800" y="3499274"/>
            <a:ext cx="156210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10" dirty="0">
                <a:latin typeface="Arial"/>
                <a:cs typeface="Arial"/>
              </a:rPr>
              <a:t>Secure Content Distribution Platform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01129" y="249491"/>
            <a:ext cx="4544695" cy="1261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100" spc="-55" dirty="0">
                <a:latin typeface="Arial"/>
                <a:cs typeface="Arial"/>
              </a:rPr>
              <a:t>XENIA’26</a:t>
            </a:r>
            <a:endParaRPr sz="8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4984" y="1498663"/>
            <a:ext cx="4818380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00"/>
              </a:lnSpc>
              <a:spcBef>
                <a:spcPts val="100"/>
              </a:spcBef>
            </a:pPr>
            <a:r>
              <a:rPr sz="3600" spc="-10" dirty="0">
                <a:latin typeface="Arial MT"/>
                <a:cs typeface="Arial MT"/>
              </a:rPr>
              <a:t>HACKATHON</a:t>
            </a:r>
            <a:endParaRPr sz="3600">
              <a:latin typeface="Arial MT"/>
              <a:cs typeface="Arial MT"/>
            </a:endParaRPr>
          </a:p>
          <a:p>
            <a:pPr algn="ctr">
              <a:lnSpc>
                <a:spcPts val="3220"/>
              </a:lnSpc>
            </a:pPr>
            <a:r>
              <a:rPr sz="2700" dirty="0">
                <a:latin typeface="Arial MT"/>
                <a:cs typeface="Arial MT"/>
              </a:rPr>
              <a:t>BUILD.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INNOVATE.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COMPETE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3300" y="5524500"/>
            <a:ext cx="11201399" cy="276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</a:t>
            </a:r>
            <a:r>
              <a:rPr lang="en-US" sz="2400" b="1" spc="-25" dirty="0">
                <a:latin typeface="Arial"/>
                <a:cs typeface="Arial"/>
              </a:rPr>
              <a:t>: </a:t>
            </a:r>
            <a:r>
              <a:rPr lang="en-US" sz="2400" b="1" dirty="0"/>
              <a:t>NMA2</a:t>
            </a:r>
            <a:r>
              <a:rPr lang="en-US" sz="2400" b="1" spc="-2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 </a:t>
            </a:r>
            <a:r>
              <a:rPr lang="en-US" sz="2400" b="1" spc="-10" dirty="0">
                <a:latin typeface="Arial"/>
                <a:cs typeface="Arial"/>
              </a:rPr>
              <a:t>: Secure Content Distribution Platform</a:t>
            </a: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spc="-10" dirty="0">
                <a:latin typeface="Arial"/>
                <a:cs typeface="Arial"/>
              </a:rPr>
              <a:t>Domain</a:t>
            </a:r>
            <a:r>
              <a:rPr lang="en-US" sz="2400" b="1" spc="-10" dirty="0">
                <a:latin typeface="Arial"/>
                <a:cs typeface="Arial"/>
              </a:rPr>
              <a:t>: NeuraMach.AI</a:t>
            </a: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spc="-40" dirty="0">
                <a:latin typeface="Arial"/>
                <a:cs typeface="Arial"/>
              </a:rPr>
              <a:t>Team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lang="en-US" sz="2400" b="1" spc="-90" dirty="0">
                <a:latin typeface="Arial"/>
                <a:cs typeface="Arial"/>
              </a:rPr>
              <a:t>: Code:201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2543" y="818240"/>
            <a:ext cx="3082131" cy="12821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4500" rIns="0" bIns="0" rtlCol="0">
            <a:spAutoFit/>
          </a:bodyPr>
          <a:lstStyle/>
          <a:p>
            <a:pPr marL="325310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IDEA</a:t>
            </a:r>
            <a:r>
              <a:rPr spc="-355" dirty="0"/>
              <a:t> </a:t>
            </a:r>
            <a:r>
              <a:rPr spc="-10" dirty="0"/>
              <a:t>TITLE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8F662F5-1874-064E-9446-E3B8C91691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62"/>
          <a:stretch>
            <a:fillRect/>
          </a:stretch>
        </p:blipFill>
        <p:spPr bwMode="auto">
          <a:xfrm>
            <a:off x="10440839" y="2857501"/>
            <a:ext cx="6781799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FA96149-5049-1134-164B-8F5FA60A8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8"/>
          <a:stretch>
            <a:fillRect/>
          </a:stretch>
        </p:blipFill>
        <p:spPr bwMode="auto">
          <a:xfrm>
            <a:off x="1066800" y="1768065"/>
            <a:ext cx="8343900" cy="794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7108" rIns="0" bIns="0" rtlCol="0">
            <a:spAutoFit/>
          </a:bodyPr>
          <a:lstStyle/>
          <a:p>
            <a:pPr marL="11506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TECHNICAL</a:t>
            </a:r>
            <a:r>
              <a:rPr spc="-55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56D9083-5DBB-93BE-E58A-CC658D579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9" b="8621"/>
          <a:stretch>
            <a:fillRect/>
          </a:stretch>
        </p:blipFill>
        <p:spPr bwMode="auto">
          <a:xfrm>
            <a:off x="344487" y="1900397"/>
            <a:ext cx="17599024" cy="716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14142E-A5BE-2A32-EA39-50732E808DAF}"/>
              </a:ext>
            </a:extLst>
          </p:cNvPr>
          <p:cNvSpPr txBox="1"/>
          <p:nvPr/>
        </p:nvSpPr>
        <p:spPr>
          <a:xfrm>
            <a:off x="838200" y="9063197"/>
            <a:ext cx="1623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detailed explanation for the </a:t>
            </a:r>
            <a:r>
              <a:rPr lang="en-US" sz="2400" b="1" dirty="0"/>
              <a:t>Workflow</a:t>
            </a:r>
            <a:r>
              <a:rPr lang="en-US" sz="2400" dirty="0"/>
              <a:t> ,</a:t>
            </a:r>
            <a:r>
              <a:rPr lang="en-US" sz="2400" b="1" dirty="0"/>
              <a:t>Technical details </a:t>
            </a:r>
            <a:r>
              <a:rPr lang="en-US" sz="2400" dirty="0"/>
              <a:t>and </a:t>
            </a:r>
            <a:r>
              <a:rPr lang="en-US" sz="2400" b="1" dirty="0"/>
              <a:t>Output</a:t>
            </a:r>
            <a:r>
              <a:rPr lang="en-US" sz="2400" dirty="0"/>
              <a:t> is given in the below document: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>
                <a:hlinkClick r:id="rId4"/>
              </a:rPr>
              <a:t>https://drive.google.com/drive/folders/1hZdtjAiEIL90T_qnfr3kyXPDsdnsff3i?usp=sharing</a:t>
            </a:r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FEASIBILITY</a:t>
            </a:r>
            <a:r>
              <a:rPr spc="-5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2D9B349-F1D8-A700-B7F2-E58CEA66C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5"/>
          <a:stretch>
            <a:fillRect/>
          </a:stretch>
        </p:blipFill>
        <p:spPr bwMode="auto">
          <a:xfrm>
            <a:off x="2875" y="1409700"/>
            <a:ext cx="9002160" cy="876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FE77E26-3835-2C42-4D94-675E865A2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7"/>
          <a:stretch>
            <a:fillRect/>
          </a:stretch>
        </p:blipFill>
        <p:spPr bwMode="auto">
          <a:xfrm>
            <a:off x="8686800" y="2400301"/>
            <a:ext cx="9975345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126809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IMPACT</a:t>
            </a:r>
            <a:r>
              <a:rPr spc="-45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7E518EA-966A-F79A-89C9-22D8DC038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6"/>
          <a:stretch>
            <a:fillRect/>
          </a:stretch>
        </p:blipFill>
        <p:spPr bwMode="auto">
          <a:xfrm>
            <a:off x="152400" y="1638300"/>
            <a:ext cx="11049107" cy="880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B1B8FB6-E07C-4EE6-C821-30B0E4762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5"/>
          <a:stretch>
            <a:fillRect/>
          </a:stretch>
        </p:blipFill>
        <p:spPr bwMode="auto">
          <a:xfrm>
            <a:off x="10744200" y="2240058"/>
            <a:ext cx="6921448" cy="742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1" y="3502660"/>
            <a:ext cx="16306800" cy="52225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1795" algn="l"/>
              </a:tabLst>
            </a:pPr>
            <a:r>
              <a:rPr lang="en-US" sz="4200" dirty="0">
                <a:latin typeface="Arial MT"/>
                <a:cs typeface="Arial MT"/>
              </a:rPr>
              <a:t>GitHub Repository : </a:t>
            </a:r>
            <a:r>
              <a:rPr lang="en-US" sz="4200" dirty="0">
                <a:latin typeface="Arial MT"/>
                <a:cs typeface="Arial MT"/>
                <a:hlinkClick r:id="rId2"/>
              </a:rPr>
              <a:t>https://github.com/Shahu1906/Secure_Content_Distribution.git</a:t>
            </a:r>
            <a:endParaRPr lang="en-US" sz="4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795" algn="l"/>
              </a:tabLst>
            </a:pPr>
            <a:br>
              <a:rPr lang="en-US" sz="4200" dirty="0">
                <a:latin typeface="Arial MT"/>
                <a:cs typeface="Arial MT"/>
              </a:rPr>
            </a:b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r>
              <a:rPr lang="en-US" sz="4200" dirty="0">
                <a:latin typeface="Arial MT"/>
                <a:cs typeface="Arial MT"/>
              </a:rPr>
              <a:t>Drive Link: </a:t>
            </a:r>
            <a:r>
              <a:rPr lang="en-US" sz="4200" dirty="0">
                <a:latin typeface="Arial MT"/>
                <a:cs typeface="Arial MT"/>
                <a:hlinkClick r:id="rId3"/>
              </a:rPr>
              <a:t>https://drive.google.com/drive/folders/1hZdtjAiEIL90T_qnfr3kyXPDsdnsff3i?usp=sharing</a:t>
            </a: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endParaRPr sz="4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4144010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10" dirty="0"/>
              <a:t> 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129</Words>
  <Application>Microsoft Office PowerPoint</Application>
  <PresentationFormat>Custom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Office Theme</vt:lpstr>
      <vt:lpstr>XENIA’26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shahu jadhav</dc:creator>
  <cp:lastModifiedBy>Dhanashree Jagtap</cp:lastModifiedBy>
  <cp:revision>3</cp:revision>
  <dcterms:created xsi:type="dcterms:W3CDTF">2026-02-12T07:01:58Z</dcterms:created>
  <dcterms:modified xsi:type="dcterms:W3CDTF">2026-02-12T16:45:44Z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LastSaved">
    <vt:filetime>2026-02-12T00:00:00Z</vt:filetime>
  </property>
</Properties>
</file>